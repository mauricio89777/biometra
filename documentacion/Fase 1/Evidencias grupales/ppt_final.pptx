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6.jpeg" Type="http://schemas.openxmlformats.org/officeDocument/2006/relationships/image"/><Relationship Id="rId5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6182" y="2449168"/>
            <a:ext cx="9558574" cy="321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b="true" sz="6758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Propuesta de plataforma web de ejercicio (Biometra)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6182" y="6368044"/>
            <a:ext cx="10367762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integrantes:Felipe Villanueva,Jose Vasquez,Mauricio Domihual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7584" y="6999189"/>
            <a:ext cx="7744692" cy="42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Fecha:04/09/2026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2720426"/>
            <a:ext cx="7611999" cy="5688473"/>
            <a:chOff x="0" y="0"/>
            <a:chExt cx="10149332" cy="75846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49332" cy="7584567"/>
            </a:xfrm>
            <a:custGeom>
              <a:avLst/>
              <a:gdLst/>
              <a:ahLst/>
              <a:cxnLst/>
              <a:rect r="r" b="b" t="t" l="l"/>
              <a:pathLst>
                <a:path h="7584567" w="10149332">
                  <a:moveTo>
                    <a:pt x="0" y="0"/>
                  </a:moveTo>
                  <a:lnTo>
                    <a:pt x="10149332" y="0"/>
                  </a:lnTo>
                  <a:lnTo>
                    <a:pt x="10149332" y="7584567"/>
                  </a:lnTo>
                  <a:lnTo>
                    <a:pt x="0" y="758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05" t="0" r="-15404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947584" y="7526674"/>
            <a:ext cx="7744692" cy="98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Profesora:karla marilyn roco ramirez</a:t>
            </a: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52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67258"/>
            <a:ext cx="9452677" cy="9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Definición e Impacto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109645"/>
            <a:ext cx="9452677" cy="2565864"/>
            <a:chOff x="0" y="0"/>
            <a:chExt cx="12603569" cy="342115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603607" cy="3421126"/>
            </a:xfrm>
            <a:custGeom>
              <a:avLst/>
              <a:gdLst/>
              <a:ahLst/>
              <a:cxnLst/>
              <a:rect r="r" b="b" t="t" l="l"/>
              <a:pathLst>
                <a:path h="3421126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421126"/>
                  </a:lnTo>
                  <a:lnTo>
                    <a:pt x="0" y="3421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4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62897" y="2398481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2897" y="2933090"/>
            <a:ext cx="8665369" cy="142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Plataforma web que analiza el movimiento y ejecución de ejercicios mediante métricas biomecánicas, incorporando de forma secundaria un buscador de gimnasios cercanos.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4950466"/>
            <a:ext cx="9452677" cy="2122608"/>
            <a:chOff x="0" y="0"/>
            <a:chExt cx="12603569" cy="28301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62897" y="5239293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Relevancia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2897" y="5773912"/>
            <a:ext cx="8665369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Responde a la falta de herramientas que analicen objetivamente la ejecución y progreso en los ejercicios.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7348023"/>
            <a:ext cx="9452677" cy="2122608"/>
            <a:chOff x="0" y="0"/>
            <a:chExt cx="12603569" cy="283014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62897" y="7636850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897" y="8171469"/>
            <a:ext cx="8665369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 factible de desarrollar en un semestre, con alcance acotado, herramientas gratuitas e información pública.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053695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Perfil de Egreso e Intereses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564988"/>
            <a:ext cx="2288924" cy="2288981"/>
            <a:chOff x="0" y="0"/>
            <a:chExt cx="3051899" cy="305197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Competencias Aplicadas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full-stack, diseño UX/UI, integración de APIs de mapas y gestión de bases de datos relacionales.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9819" y="3564988"/>
            <a:ext cx="2288924" cy="2288981"/>
            <a:chOff x="0" y="0"/>
            <a:chExt cx="3051899" cy="305197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9819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Conexión Profesional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9819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Experiencia real en soluciones digitales para el sector wellness y tecnología aplicada a salud.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6646" y="3564988"/>
            <a:ext cx="2288924" cy="2288981"/>
            <a:chOff x="0" y="0"/>
            <a:chExt cx="3051899" cy="30519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06646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Intereses del Equipo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6646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Innovación en fitness, tecnología web moderna y emprendimiento digital orientado al usuario final.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4598"/>
            <a:ext cx="163158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Factibilidad y Riesgos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38638"/>
            <a:ext cx="10397109" cy="5893880"/>
            <a:chOff x="0" y="0"/>
            <a:chExt cx="13862812" cy="78585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62813" cy="7858506"/>
            </a:xfrm>
            <a:custGeom>
              <a:avLst/>
              <a:gdLst/>
              <a:ahLst/>
              <a:cxnLst/>
              <a:rect r="r" b="b" t="t" l="l"/>
              <a:pathLst>
                <a:path h="7858506" w="13862813">
                  <a:moveTo>
                    <a:pt x="0" y="0"/>
                  </a:moveTo>
                  <a:lnTo>
                    <a:pt x="13862813" y="0"/>
                  </a:lnTo>
                  <a:lnTo>
                    <a:pt x="13862813" y="7858506"/>
                  </a:lnTo>
                  <a:lnTo>
                    <a:pt x="0" y="785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87346" y="2176977"/>
            <a:ext cx="5338181" cy="2209000"/>
            <a:chOff x="0" y="0"/>
            <a:chExt cx="7117575" cy="2945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247845" y="240890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Factibilidad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7845" y="296122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suficiente para desarrollar un MVP con funcionalidades core: búsqueda de gimnasios y guías básicas de ejercicio.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87346" y="4581087"/>
            <a:ext cx="5338181" cy="2209000"/>
            <a:chOff x="0" y="0"/>
            <a:chExt cx="7117575" cy="2945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247845" y="481301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⚠️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Riesgos Identificados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7845" y="536533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Disponibilidad de datos de gimnasios, integración de APIs externas y escalabilidad en la fase inicial del proyecto.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87346" y="6985197"/>
            <a:ext cx="5338181" cy="2209000"/>
            <a:chOff x="0" y="0"/>
            <a:chExt cx="7117575" cy="2945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47845" y="721713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🛡️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Mitigación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47845" y="776944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Usar APIs públicas disponibles, comenzar con una zona geográfica limitada y adoptar arquitectura modular extensible.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625327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Objetivos Generales y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511" y="3360563"/>
            <a:ext cx="15890338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Crear una plataforma web funcional que facilite el acceso a información de gimnasios y guías de ejercicio para cualquier usuario.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36621"/>
            <a:ext cx="38129" cy="1546346"/>
            <a:chOff x="0" y="0"/>
            <a:chExt cx="50838" cy="20617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061718"/>
            </a:xfrm>
            <a:custGeom>
              <a:avLst/>
              <a:gdLst/>
              <a:ahLst/>
              <a:cxnLst/>
              <a:rect r="r" b="b" t="t" l="l"/>
              <a:pathLst>
                <a:path h="206171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6318"/>
                  </a:lnTo>
                  <a:cubicBezTo>
                    <a:pt x="50800" y="2050415"/>
                    <a:pt x="39370" y="2061718"/>
                    <a:pt x="25400" y="2061718"/>
                  </a:cubicBezTo>
                  <a:cubicBezTo>
                    <a:pt x="11430" y="2061718"/>
                    <a:pt x="0" y="2050288"/>
                    <a:pt x="0" y="203631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5002149"/>
            <a:ext cx="709260" cy="709270"/>
            <a:chOff x="0" y="0"/>
            <a:chExt cx="945680" cy="94569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6876" y="4973574"/>
            <a:ext cx="691665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Geolocalización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5520404"/>
            <a:ext cx="6916655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Implementar búsqueda de gimnasios basada en ubicación del usuario en tiempo real.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8156" y="5002149"/>
            <a:ext cx="709260" cy="709270"/>
            <a:chOff x="0" y="0"/>
            <a:chExt cx="945680" cy="94569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392042" y="4973574"/>
            <a:ext cx="691680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de Ejercicios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92042" y="5520404"/>
            <a:ext cx="6916807" cy="144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Registrar y analizar métricas de movimiento y postura de cada ejercicio mediante visión computacional, además de instrucciones y nivel de dificultad.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7091096"/>
            <a:ext cx="709260" cy="709270"/>
            <a:chOff x="0" y="0"/>
            <a:chExt cx="945680" cy="94569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56876" y="7062521"/>
            <a:ext cx="691665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Filtros de Búsqueda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6876" y="7609351"/>
            <a:ext cx="6916655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Filtrar gimnasios y ejercicios por grupo muscular, tipo, dificultad y servicios disponibles.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8156" y="7091096"/>
            <a:ext cx="709260" cy="709270"/>
            <a:chOff x="0" y="0"/>
            <a:chExt cx="945680" cy="945693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392042" y="7062521"/>
            <a:ext cx="691680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Interfaz Intuitiva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92042" y="7609351"/>
            <a:ext cx="691680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UX/UI centrado en el usuario, accesible desde cualquier dispositivo y navegador.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402727"/>
            <a:ext cx="16315830" cy="109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Tecnologías usadas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3436" y="2244614"/>
            <a:ext cx="5613673" cy="3542052"/>
            <a:chOff x="0" y="0"/>
            <a:chExt cx="7484897" cy="4722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0794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794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React.js, HTML5, CSS3 y JavaScript para construir la interfaz, la navegación y los componentes visuales.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73072" y="2244614"/>
            <a:ext cx="5613673" cy="3542052"/>
            <a:chOff x="0" y="0"/>
            <a:chExt cx="7484897" cy="4722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50431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50431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Node.js con Express para gestionar la lógica del servidor, las rutas y la comunicación con la base de datos.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02699" y="2244614"/>
            <a:ext cx="5613673" cy="3542052"/>
            <a:chOff x="0" y="0"/>
            <a:chExt cx="7484897" cy="4722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880067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Visión Computacional y Análisis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80067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Python con OpenCV, MediaPipe y YOLO para detectar articulaciones, calcular ángulos corporales y generar métricas de ejecución de cada ejercicio.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3436" y="6072597"/>
            <a:ext cx="5613673" cy="3542052"/>
            <a:chOff x="0" y="0"/>
            <a:chExt cx="7484897" cy="4722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20794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Base de Datos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794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MySQL o PostgreSQL para almacenar y administrar la información de gimnasios, ejercicios, métricas y usuarios.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73072" y="6072597"/>
            <a:ext cx="5613673" cy="3542052"/>
            <a:chOff x="0" y="0"/>
            <a:chExt cx="7484897" cy="4722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950431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y Prototipado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50431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Figma para el diseño de las pantallas e interfaces de la plataforma.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602699" y="6072597"/>
            <a:ext cx="5613673" cy="3542052"/>
            <a:chOff x="0" y="0"/>
            <a:chExt cx="7484897" cy="4722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880067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Gestión y Seguimiento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80067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Git/GitHub para control de versiones del código y Trello para el seguimiento del progreso y las tareas del equipo.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412252"/>
            <a:ext cx="16315830" cy="10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Metodología de Trabajo y Entregables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5838" y="2319671"/>
            <a:ext cx="7871441" cy="7069807"/>
            <a:chOff x="0" y="0"/>
            <a:chExt cx="10495255" cy="94264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95280" cy="9426448"/>
            </a:xfrm>
            <a:custGeom>
              <a:avLst/>
              <a:gdLst/>
              <a:ahLst/>
              <a:cxnLst/>
              <a:rect r="r" b="b" t="t" l="l"/>
              <a:pathLst>
                <a:path h="9426448" w="10495280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lnTo>
                    <a:pt x="10055352" y="0"/>
                  </a:lnTo>
                  <a:cubicBezTo>
                    <a:pt x="10298303" y="0"/>
                    <a:pt x="10495280" y="196977"/>
                    <a:pt x="10495280" y="439928"/>
                  </a:cubicBezTo>
                  <a:lnTo>
                    <a:pt x="10495280" y="8986520"/>
                  </a:lnTo>
                  <a:cubicBezTo>
                    <a:pt x="10495280" y="9229471"/>
                    <a:pt x="10298303" y="9426448"/>
                    <a:pt x="10055352" y="9426448"/>
                  </a:cubicBezTo>
                  <a:lnTo>
                    <a:pt x="439928" y="9426448"/>
                  </a:lnTo>
                  <a:cubicBezTo>
                    <a:pt x="196977" y="9426448"/>
                    <a:pt x="0" y="9229471"/>
                    <a:pt x="0" y="8986520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23242" y="2568454"/>
            <a:ext cx="7196623" cy="65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Metodología: Scrum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242" y="3235909"/>
            <a:ext cx="7196623" cy="17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Organizamos el proyecto en Sprints cortos, donde se desarrollan y revisan funcionalidades de forma incremental. Al cierre de cada Sprint se evalúa el avance y se ajustan las tareas siguientes.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242" y="5046840"/>
            <a:ext cx="7196623" cy="4185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Tareas y roles distribuidos entre el equipo: análisis, diseño, backend, base de datos y pruebas.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Reuniones breves de seguimiento para revisar avances y bloqueos.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Priorización de funcionalidades principales en los primeros Sprints (catálogos y búsqueda).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Retroalimentación docente al final de cada Sprint para ajustar el siguiente ciclo.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43447" y="2319671"/>
            <a:ext cx="7871441" cy="7069807"/>
            <a:chOff x="0" y="0"/>
            <a:chExt cx="10495255" cy="94264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5280" cy="9426448"/>
            </a:xfrm>
            <a:custGeom>
              <a:avLst/>
              <a:gdLst/>
              <a:ahLst/>
              <a:cxnLst/>
              <a:rect r="r" b="b" t="t" l="l"/>
              <a:pathLst>
                <a:path h="9426448" w="10495280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lnTo>
                    <a:pt x="10055352" y="0"/>
                  </a:lnTo>
                  <a:cubicBezTo>
                    <a:pt x="10298303" y="0"/>
                    <a:pt x="10495280" y="196977"/>
                    <a:pt x="10495280" y="439928"/>
                  </a:cubicBezTo>
                  <a:lnTo>
                    <a:pt x="10495280" y="8986520"/>
                  </a:lnTo>
                  <a:cubicBezTo>
                    <a:pt x="10495280" y="9229471"/>
                    <a:pt x="10298303" y="9426448"/>
                    <a:pt x="10055352" y="9426448"/>
                  </a:cubicBezTo>
                  <a:lnTo>
                    <a:pt x="439928" y="9426448"/>
                  </a:lnTo>
                  <a:cubicBezTo>
                    <a:pt x="196977" y="9426448"/>
                    <a:pt x="0" y="9229471"/>
                    <a:pt x="0" y="8986520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780851" y="2568454"/>
            <a:ext cx="7196623" cy="65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Entregables (por definir)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0851" y="3245434"/>
            <a:ext cx="7196623" cy="88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Como avance, se plantean los siguientes entregables preliminares, sujetos a validación con la docente: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0851" y="4071071"/>
            <a:ext cx="7196623" cy="516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Documento de requerimientos y plan de trabajo (Sprint 0).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Prototipo de la plataforma con las pantallas principales.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Modelo y estructura de la base de datos de gimnasios, ejercicios y usuarios.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funcional inicial de gimnasios y ejercicios.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Registro de tareas realizadas y pendientes por Sprint.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Informe final con documentación técnica y manual de usuario.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60946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Plan de Trabajo e Hitos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31856" y="2372239"/>
            <a:ext cx="38129" cy="7004561"/>
            <a:chOff x="0" y="0"/>
            <a:chExt cx="50838" cy="9339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9339453"/>
            </a:xfrm>
            <a:custGeom>
              <a:avLst/>
              <a:gdLst/>
              <a:ahLst/>
              <a:cxnLst/>
              <a:rect r="r" b="b" t="t" l="l"/>
              <a:pathLst>
                <a:path h="933945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314053"/>
                  </a:lnTo>
                  <a:cubicBezTo>
                    <a:pt x="50800" y="9328150"/>
                    <a:pt x="39370" y="9339453"/>
                    <a:pt x="25400" y="9339453"/>
                  </a:cubicBezTo>
                  <a:cubicBezTo>
                    <a:pt x="11430" y="9339453"/>
                    <a:pt x="0" y="9328023"/>
                    <a:pt x="0" y="9314053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18669" y="2672363"/>
            <a:ext cx="851192" cy="38129"/>
            <a:chOff x="0" y="0"/>
            <a:chExt cx="1134923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24589" y="2365086"/>
            <a:ext cx="652663" cy="652672"/>
            <a:chOff x="0" y="0"/>
            <a:chExt cx="870217" cy="870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938155" y="2425408"/>
            <a:ext cx="425520" cy="532028"/>
            <a:chOff x="0" y="0"/>
            <a:chExt cx="567360" cy="7093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2991" y="2441077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1–2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2987897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Levantamiento y análisis de requerimientos, y planificación del proyecto y cronograma.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1969" y="4374794"/>
            <a:ext cx="851192" cy="38129"/>
            <a:chOff x="0" y="0"/>
            <a:chExt cx="1134923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24589" y="4067527"/>
            <a:ext cx="652663" cy="652672"/>
            <a:chOff x="0" y="0"/>
            <a:chExt cx="870217" cy="8702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38155" y="4127849"/>
            <a:ext cx="425520" cy="532028"/>
            <a:chOff x="0" y="0"/>
            <a:chExt cx="567360" cy="709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9578" y="4143508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3–4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69578" y="4690339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de la interfaz (UI/UX) y prototipado de las pantallas principales de la plataforma.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018669" y="5842197"/>
            <a:ext cx="851192" cy="38129"/>
            <a:chOff x="0" y="0"/>
            <a:chExt cx="1134923" cy="508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24589" y="5534930"/>
            <a:ext cx="652663" cy="652672"/>
            <a:chOff x="0" y="0"/>
            <a:chExt cx="870217" cy="8702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938155" y="5595252"/>
            <a:ext cx="425520" cy="532028"/>
            <a:chOff x="0" y="0"/>
            <a:chExt cx="567360" cy="709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2991" y="5610911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5–14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991" y="6157741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e integración de backend, frontend, base de datos y módulo de visión computacional.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31969" y="7309599"/>
            <a:ext cx="851192" cy="38129"/>
            <a:chOff x="0" y="0"/>
            <a:chExt cx="1134923" cy="50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24589" y="7002332"/>
            <a:ext cx="652663" cy="652672"/>
            <a:chOff x="0" y="0"/>
            <a:chExt cx="870217" cy="8702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938155" y="7062654"/>
            <a:ext cx="425520" cy="532028"/>
            <a:chOff x="0" y="0"/>
            <a:chExt cx="567360" cy="709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569578" y="7078313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15–18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69578" y="7625144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Validación funcional, pruebas con usuarios, ajustes finales y cierre del proyecto.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2942"/>
            <a:ext cx="16315868" cy="8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Evidencias del Proyecto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52344"/>
            <a:ext cx="10393232" cy="5891794"/>
            <a:chOff x="0" y="0"/>
            <a:chExt cx="13857643" cy="78557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57605" cy="7855712"/>
            </a:xfrm>
            <a:custGeom>
              <a:avLst/>
              <a:gdLst/>
              <a:ahLst/>
              <a:cxnLst/>
              <a:rect r="r" b="b" t="t" l="l"/>
              <a:pathLst>
                <a:path h="7855712" w="13857605">
                  <a:moveTo>
                    <a:pt x="0" y="0"/>
                  </a:moveTo>
                  <a:lnTo>
                    <a:pt x="13857605" y="0"/>
                  </a:lnTo>
                  <a:lnTo>
                    <a:pt x="13857605" y="7855712"/>
                  </a:lnTo>
                  <a:lnTo>
                    <a:pt x="0" y="785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1348" y="2090595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Entregables Técnicos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1348" y="2704757"/>
            <a:ext cx="5316884" cy="239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Código fuente completo en repositorio Git con historial de commits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técnica del modelo de visión computacional y la arquitectura del sistema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de usuario con capturas de pantalla y flujos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348" y="5299015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Demostración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348" y="5913177"/>
            <a:ext cx="5316884" cy="205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Video de un ejercicio con métricas de movimiento y postura generadas por el sistema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funcional de ejercicios y gimnasios con filtros de búsqueda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348" y="8166742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Métricas de Éxito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348" y="8780904"/>
            <a:ext cx="5316884" cy="112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Precisión del análisis biomecánico, tiempo de respuesta y satisfacción en testing con usuarios reales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845591"/>
            <a:ext cx="9452677" cy="73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Próximos Pasos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1836191"/>
            <a:ext cx="443246" cy="277035"/>
            <a:chOff x="0" y="0"/>
            <a:chExt cx="590994" cy="369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6182" y="2184273"/>
            <a:ext cx="9452677" cy="28594"/>
            <a:chOff x="0" y="0"/>
            <a:chExt cx="12603569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56182" y="2323709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Módulo de Visión Computacional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6182" y="2745238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Desarrollar la detección de articulaciones y el cálculo de métricas de movimiento con MediaPipe y OpenCV.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856182" y="3773214"/>
            <a:ext cx="443246" cy="277035"/>
            <a:chOff x="0" y="0"/>
            <a:chExt cx="590994" cy="369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56182" y="4121296"/>
            <a:ext cx="9452677" cy="28594"/>
            <a:chOff x="0" y="0"/>
            <a:chExt cx="12603569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56182" y="4260733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 y Base de Datos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6182" y="4682261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Modelar y poblar la base de datos de gimnasios, ejercicios y usuarios, e implementar la API del servidor.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6182" y="5710238"/>
            <a:ext cx="443246" cy="277035"/>
            <a:chOff x="0" y="0"/>
            <a:chExt cx="590994" cy="3693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56182" y="6058319"/>
            <a:ext cx="9452677" cy="28594"/>
            <a:chOff x="0" y="0"/>
            <a:chExt cx="12603569" cy="381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856182" y="6197756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 y Catálogo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56182" y="6619284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Construir las pantallas de búsqueda, filtros y visualización de resultados de gimnasios y ejercicios.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856182" y="7647261"/>
            <a:ext cx="443246" cy="277035"/>
            <a:chOff x="0" y="0"/>
            <a:chExt cx="590994" cy="369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56182" y="7995342"/>
            <a:ext cx="9452677" cy="28594"/>
            <a:chOff x="0" y="0"/>
            <a:chExt cx="12603569" cy="381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856182" y="8134779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Integración y Pruebas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56182" y="8556307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Conectar todos los módulos desarrollados y realizar pruebas con usuarios para ajustar la plataforma.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DAHUJvXh6Ik</dc:identifier>
  <dcterms:modified xsi:type="dcterms:W3CDTF">2011-08-01T06:04:30Z</dcterms:modified>
  <cp:revision>1</cp:revision>
  <dc:title>ppt_v1_actualizado (1).pptx</dc:title>
</cp:coreProperties>
</file>